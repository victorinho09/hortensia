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rquitectura_0" id="{0F5CDF80-7477-A24C-8127-2A4E80B5BAC4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/>
    <p:restoredTop sz="94673"/>
  </p:normalViewPr>
  <p:slideViewPr>
    <p:cSldViewPr snapToGrid="0">
      <p:cViewPr>
        <p:scale>
          <a:sx n="58" d="100"/>
          <a:sy n="58" d="100"/>
        </p:scale>
        <p:origin x="3552" y="1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32AFD4-115D-5854-2B10-6EE2338AB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5C7139-4EC9-C32F-368C-1C674AAF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A450EE-8B63-7FE7-947A-4E6CB43BD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740FC-690B-D347-93A9-D60E805DA9D3}" type="datetimeFigureOut">
              <a:rPr lang="es-ES" smtClean="0"/>
              <a:t>12/1/26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9F40AA-8232-F9BA-3B01-F8E92C277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E820FD-2982-3803-921B-F440FF31C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5216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1FD433-7BB0-0DFA-96F8-DD185FA7D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45E145-CE00-27ED-B1AE-122C3B9EB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CE5182-3A54-4D3A-AE96-03D01F625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740FC-690B-D347-93A9-D60E805DA9D3}" type="datetimeFigureOut">
              <a:rPr lang="es-ES" smtClean="0"/>
              <a:t>12/1/26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1E2DD4-9F8F-415D-4BB8-08D8501C7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07D69B-8568-2D6E-5D1F-D4E7A6B47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9182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FD42F5-1AF4-9960-CAE0-94C045A43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34CA11-F1BD-18FA-1915-F8BB8C047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AC94FB-BD1B-EC0E-CC0C-70850E135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740FC-690B-D347-93A9-D60E805DA9D3}" type="datetimeFigureOut">
              <a:rPr lang="es-ES" smtClean="0"/>
              <a:t>12/1/26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96F92D-F5A3-8F25-8C7C-88753008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3B8C1-5B61-9D24-E656-164C06163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9252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D56546-8FCD-1C20-783F-D719D4A8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4F60EC-3AA5-96A9-15F8-CBF473AD0F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94190E-FE7A-01B0-2013-488C82082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17A906-FF83-F413-030A-AFDB39472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740FC-690B-D347-93A9-D60E805DA9D3}" type="datetimeFigureOut">
              <a:rPr lang="es-ES" smtClean="0"/>
              <a:t>12/1/26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29A0FC-564C-B539-337F-57D4B4F07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EB9B61-F304-7574-E20F-E7A5931EC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586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39D86-581C-00F3-C31F-77E069A22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274347-3F53-E4C5-24BA-6273DF9DB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2EF314-2EB0-8E35-3EEB-8670EC3F9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0CC527-5810-A273-766E-BF0B9853D0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87797A1-FB46-0077-FE9A-A4CC542FF2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252E75C-5D19-AC4E-FB58-2C3505EF4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740FC-690B-D347-93A9-D60E805DA9D3}" type="datetimeFigureOut">
              <a:rPr lang="es-ES" smtClean="0"/>
              <a:t>12/1/26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626DF9B-C13F-FF52-EB3C-083E3E186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C47D400-13B0-C2E8-3B61-818DE1B6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6343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CDCA21-2314-6757-C7A6-867541A8F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79994FA-8CC8-F3B8-BE75-9AF4EE2FF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740FC-690B-D347-93A9-D60E805DA9D3}" type="datetimeFigureOut">
              <a:rPr lang="es-ES" smtClean="0"/>
              <a:t>12/1/26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C1CDD2C-EAD6-326C-1331-642F97E26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D4E202-2125-B003-CB09-EC0BD305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0182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E6AF2B7-E248-0C51-474C-F2087FD3A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740FC-690B-D347-93A9-D60E805DA9D3}" type="datetimeFigureOut">
              <a:rPr lang="es-ES" smtClean="0"/>
              <a:t>12/1/26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620F3D2-DB62-500E-511D-A68EB44D1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3CDA52-5B15-DE48-264B-89054BD23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653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D31C2-358D-AA14-925E-7195F03C4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8028A7-71A3-53BF-BCBB-84BD13D64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784F98-499A-885B-BA5B-EAEADDEA2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AA16A7-3FEA-1960-4B45-F1E627318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740FC-690B-D347-93A9-D60E805DA9D3}" type="datetimeFigureOut">
              <a:rPr lang="es-ES" smtClean="0"/>
              <a:t>12/1/26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A3B1886-B05E-9646-6852-666052254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C18759-736E-089C-ACB7-7717AF1C9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4971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A5EAA-5673-F3D3-F7DA-C36F4FE60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9CEE97E-6C9A-4116-AEE2-F710754E3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9E3CE3-95EC-AE7C-91AB-9311DF478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B6CC83-E2BA-522E-5A1C-ED6102DA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740FC-690B-D347-93A9-D60E805DA9D3}" type="datetimeFigureOut">
              <a:rPr lang="es-ES" smtClean="0"/>
              <a:t>12/1/26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F3FE34-E445-BF21-D744-9521B249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50FAC4-6FFD-C5D6-0722-0736C720F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3522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C72991-BB0D-90F5-D089-9D867A9DD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D59A4D-0947-BDA0-C8E7-2DEF21D28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485FC2-CF34-7AC9-C8FB-A41E0B2F6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740FC-690B-D347-93A9-D60E805DA9D3}" type="datetimeFigureOut">
              <a:rPr lang="es-ES" smtClean="0"/>
              <a:t>12/1/26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EC9533-51AF-F60D-B7BE-93E8BD66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3F19B1-6EF3-5DB4-5572-1CBEF2D0F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12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794D08-241A-75FF-7272-2A1818902B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AFFE28C-560F-ECF0-E974-02136004A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AF0951-3E83-A0A7-7C1C-81E32575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740FC-690B-D347-93A9-D60E805DA9D3}" type="datetimeFigureOut">
              <a:rPr lang="es-ES" smtClean="0"/>
              <a:t>12/1/26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7146D6-82FE-DDF4-6ED5-F710C6958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7F39F6-89FA-4F7C-A2D0-AB3F836BF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966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A5D6A48-8D6C-4444-4C50-0F8F00E5F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09D9FE-8841-0DC7-74EB-D808592B7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A4E092-6C9A-79D6-2684-75711B950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5740FC-690B-D347-93A9-D60E805DA9D3}" type="datetimeFigureOut">
              <a:rPr lang="es-ES" smtClean="0"/>
              <a:t>12/1/26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42012B-9277-5AAD-7BC9-7BFC40ABD7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556A05-D88C-7449-53F3-F4CCB1CDEB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4169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39F11E1-5C87-9A93-3286-1B5475D03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57" y="873452"/>
            <a:ext cx="11656886" cy="511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6783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4861</TotalTime>
  <Words>0</Words>
  <Application>Microsoft Macintosh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Víctor Vega Martínez</dc:creator>
  <cp:lastModifiedBy>Víctor Vega Martínez</cp:lastModifiedBy>
  <cp:revision>8</cp:revision>
  <dcterms:created xsi:type="dcterms:W3CDTF">2025-12-04T09:01:24Z</dcterms:created>
  <dcterms:modified xsi:type="dcterms:W3CDTF">2026-01-12T19:28:31Z</dcterms:modified>
</cp:coreProperties>
</file>