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43"/>
    <p:restoredTop sz="94681"/>
  </p:normalViewPr>
  <p:slideViewPr>
    <p:cSldViewPr snapToGrid="0">
      <p:cViewPr varScale="1">
        <p:scale>
          <a:sx n="65" d="100"/>
          <a:sy n="65" d="100"/>
        </p:scale>
        <p:origin x="224" y="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598E4C-7870-B298-D79A-8AB3F41A3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3FF0C5-5CEB-5311-621F-2EC438811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42F76B-A057-58D2-D210-33591EC2C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B8DC9-4624-A742-9019-4E2539A1A497}" type="datetimeFigureOut">
              <a:rPr lang="es-ES" smtClean="0"/>
              <a:t>24/1/26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2FA63D-8CED-DCE7-E9EA-02C976AF3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E02679-4FC6-530B-FCF5-042F97FAF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C9A76-5F21-9E41-B1BF-A527090B58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7080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6BBB4-B864-9816-0336-D0ED22701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309F75-B10E-3E7E-C9F4-F72DF5C09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B94745-3E0C-FBAB-460F-065C28C9B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B8DC9-4624-A742-9019-4E2539A1A497}" type="datetimeFigureOut">
              <a:rPr lang="es-ES" smtClean="0"/>
              <a:t>24/1/26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CC2C9A-5190-747F-9350-098333A9B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4B8D86-FDAB-A322-540C-ED7492392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C9A76-5F21-9E41-B1BF-A527090B58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7833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CA900D-4A9C-17E6-5794-7CE4DEC78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8F06DB-9D19-A923-864A-A3A5950C3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822418-B738-B46A-C38A-943F43AB8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B8DC9-4624-A742-9019-4E2539A1A497}" type="datetimeFigureOut">
              <a:rPr lang="es-ES" smtClean="0"/>
              <a:t>24/1/26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5399AC-CEEC-5D5C-8A2E-EB8E97AEE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FA1699-8A4C-6EDC-C6E5-71B262AD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C9A76-5F21-9E41-B1BF-A527090B58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1770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1C4915-04C8-83A6-578E-0FFE80C57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6C1DA6-877F-AA53-FFA8-685733A87E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F6E64A2-D4D6-55DC-9DF1-752CD8327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E4A60A-AB84-929F-38E4-78A6C41EA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B8DC9-4624-A742-9019-4E2539A1A497}" type="datetimeFigureOut">
              <a:rPr lang="es-ES" smtClean="0"/>
              <a:t>24/1/26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AB09CA-261C-CD5B-0A72-F4F75BDAD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7E5F68-44B9-7907-3DCA-1A53ACF1F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C9A76-5F21-9E41-B1BF-A527090B58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9013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A64E30-8C0F-9F0B-479E-8195CA89C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BE0B820-0A6C-D7C2-135F-6E8F8E7E4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968C38-91C7-95C8-BAEC-C7603E379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075DEC2-F67A-CD67-BEDB-C90FF4FC80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299B9C-87C7-A530-A1D8-8D542D64FD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80D1BA2-6C5D-B351-D74D-A276F9AC9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B8DC9-4624-A742-9019-4E2539A1A497}" type="datetimeFigureOut">
              <a:rPr lang="es-ES" smtClean="0"/>
              <a:t>24/1/26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5DB7D43-B26A-76F6-604C-D8734281E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AC94123-898B-02FB-EC89-683C734B2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C9A76-5F21-9E41-B1BF-A527090B58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2920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C642D9-C8B2-743C-7A5C-E4D393F0E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ACD59C1-D026-54CA-AB28-7408926F1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B8DC9-4624-A742-9019-4E2539A1A497}" type="datetimeFigureOut">
              <a:rPr lang="es-ES" smtClean="0"/>
              <a:t>24/1/26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823CF2B-AD44-87E6-FE41-045894C1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F6386B0-39F1-71FA-09E0-6FD719101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C9A76-5F21-9E41-B1BF-A527090B58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8363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0440B43-7968-4048-4FC6-28B426A2F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B8DC9-4624-A742-9019-4E2539A1A497}" type="datetimeFigureOut">
              <a:rPr lang="es-ES" smtClean="0"/>
              <a:t>24/1/26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B45C03D-F356-DC41-CD7D-E31D2AE34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1370E0-3334-A305-9095-302370C0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C9A76-5F21-9E41-B1BF-A527090B58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9789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60118-33B0-4562-2494-0FC488FF4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FEA117-6C0A-E311-64F9-4E8707115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6447C7-5BF2-8E80-F688-7FCECC34F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39AEB4-E280-C706-FDBD-51BB30153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B8DC9-4624-A742-9019-4E2539A1A497}" type="datetimeFigureOut">
              <a:rPr lang="es-ES" smtClean="0"/>
              <a:t>24/1/26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53B647-7661-195B-0E8F-D14C79B06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01309E-3CF9-1161-59E0-C6114B4B5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C9A76-5F21-9E41-B1BF-A527090B58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0023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8E4C5A-4F00-DE09-5B43-A28382BAA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507E3E6-1AD4-1F45-FCC0-33E854AA1C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3F6D3A-DE1E-38CD-1D09-731FB5419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131ADF-02AD-10A0-9C41-E42A53136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B8DC9-4624-A742-9019-4E2539A1A497}" type="datetimeFigureOut">
              <a:rPr lang="es-ES" smtClean="0"/>
              <a:t>24/1/26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A0F2CB-ECF9-E85A-A227-693D6BA6B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398C52-89EB-6883-0838-9D6707F17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C9A76-5F21-9E41-B1BF-A527090B58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2150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F491F8-0E5E-ADC2-B392-114945985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711B1F-B77E-D3ED-7AF4-D084594B9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63CFCE-5ACC-B1EF-A7C0-DC20EA096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B8DC9-4624-A742-9019-4E2539A1A497}" type="datetimeFigureOut">
              <a:rPr lang="es-ES" smtClean="0"/>
              <a:t>24/1/26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793BB5-433E-227B-CF28-13F1A1FAD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8F4A80-230E-A57D-C80A-E4B62E009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C9A76-5F21-9E41-B1BF-A527090B58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6399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AC7463D-2256-EDD4-68EC-79F395CB0E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B16E1AD-ED6F-97DC-838A-E149BB341C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872906-7EC5-5E1A-1189-EF07DF43C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B8DC9-4624-A742-9019-4E2539A1A497}" type="datetimeFigureOut">
              <a:rPr lang="es-ES" smtClean="0"/>
              <a:t>24/1/26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F88DBC-F9AB-358F-247C-524ECAF8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330190-0AFE-27B3-8887-653FD6E74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C9A76-5F21-9E41-B1BF-A527090B58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2725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6748DC7-09CF-F88F-F9A7-C27DE4D91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A74512-58C4-71B2-5ABC-8D6B143F5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ED1128-BCB9-AC8C-13CC-5DE120BF16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2B8DC9-4624-A742-9019-4E2539A1A497}" type="datetimeFigureOut">
              <a:rPr lang="es-ES" smtClean="0"/>
              <a:t>24/1/26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282A19-051E-2B20-3CC1-D89CC98546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AAD10F-EE1F-EC90-50A9-FBA8CBF7A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EC9A76-5F21-9E41-B1BF-A527090B58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3589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EB58EA-D420-288B-C5DF-7F777D5ED6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EB2745-7099-8F40-DC42-A58E2F5E9A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91325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Víctor Vega Martínez</dc:creator>
  <cp:lastModifiedBy>Víctor Vega Martínez</cp:lastModifiedBy>
  <cp:revision>1</cp:revision>
  <dcterms:created xsi:type="dcterms:W3CDTF">2026-01-24T10:13:20Z</dcterms:created>
  <dcterms:modified xsi:type="dcterms:W3CDTF">2026-01-24T10:13:51Z</dcterms:modified>
</cp:coreProperties>
</file>